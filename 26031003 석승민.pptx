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2D6907-2E53-48AA-A34C-6CDE54411C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ED780AF-E35D-4B7A-96DE-274859BF4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947FE9-E00A-443A-9147-B1C9BFE73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DE8-27F8-4E2E-B8DD-F48BBA206703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1E3564-2657-4D2B-929A-FAD81A27E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717A67-100B-4A6C-A7F7-08EB4777E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520E1-BEEA-4A12-B5CB-15E239863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279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7D7C62-F3D2-443B-A764-540B339BB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2FD0DD-CD84-43AF-80CA-917811931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F1AFB1-3263-427B-90E3-235437525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DE8-27F8-4E2E-B8DD-F48BBA206703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63E011-524A-4BEF-850E-2C57154FA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EB0288-8FD0-41D0-A78D-FBCC71D48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520E1-BEEA-4A12-B5CB-15E239863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79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C08485-8B1E-41E0-97F9-F93224098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1D1242-2C68-4B16-A894-EFEA3F225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1C6D1-D3D4-40D0-9447-6365CDEAC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DE8-27F8-4E2E-B8DD-F48BBA206703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EBF282-B189-4241-A736-33C82AD5D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8A8FB2-DFD1-4920-86F3-2EA36697A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520E1-BEEA-4A12-B5CB-15E239863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47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E63307-5681-4B0F-89D5-00B23C1F5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04E5D6-76E7-4126-9AA7-99A5A8523B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8B647A-EA1E-4152-92FA-9DE5AC4738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52CC3C-BFE7-4D99-BFF5-5225CEC28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DE8-27F8-4E2E-B8DD-F48BBA206703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FF84DC-844B-469A-B942-0680C5164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D71D1A-406F-42D8-B00E-3DBDF396A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520E1-BEEA-4A12-B5CB-15E239863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41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8EC1BD-5571-45E0-BC13-1E7E7D4A7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4A0B76-A71D-46D5-9FDE-A2F203C35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D4C68B-FEE2-4DB7-BE1E-2F87A2DA9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A1B720D-DCA7-4CC7-9D29-C9DDC466C1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15C7DA6-2954-4565-A971-0C81FC4825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6990C9C-61DC-40F5-BFC0-62A216E72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DE8-27F8-4E2E-B8DD-F48BBA206703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DC9B382-42E2-42D7-B56F-43D2E99FF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03BCBE3-6C2B-4168-94B9-A4D40E9E5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520E1-BEEA-4A12-B5CB-15E239863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897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FE1D14-3716-4230-BBC5-117185BBF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07EFE11-9641-472D-B249-44BEFFD15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DE8-27F8-4E2E-B8DD-F48BBA206703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126E973-DFEE-485E-AD89-DED303CC6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B431117-0EC1-48C0-A173-BF6026A81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520E1-BEEA-4A12-B5CB-15E239863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2300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873A084-1867-498B-9ADB-32F32EBB2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DE8-27F8-4E2E-B8DD-F48BBA206703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30EC73D-46A1-4BB6-BD11-3B1E9E916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50A50D-3D43-4834-9B62-9B655A009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520E1-BEEA-4A12-B5CB-15E239863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9908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21B2F2-745D-4395-AD66-5136AF6BA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58667B-CDFC-4C6D-80BF-11049F98D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EB5BE9A-16E4-4766-926A-DFF6177D50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601967-5CAF-49D4-90B3-9B5441DB2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DE8-27F8-4E2E-B8DD-F48BBA206703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41CCC34-A444-4733-87C3-3CE067582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2A82D-368F-4398-9545-1803C7C34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520E1-BEEA-4A12-B5CB-15E239863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1802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924FB5-95EE-4D17-9B39-910F216FD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9918158-54E9-4D53-926A-CA28CE01BC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902E82-7F01-4FB4-917B-DB93A4117B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7CB655-96FE-45C2-A380-AE5CA8343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DE8-27F8-4E2E-B8DD-F48BBA206703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6A0B82-2EC9-4C2C-A3D7-84C632CD9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49CF2E-9524-4162-A784-8018BDBBE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520E1-BEEA-4A12-B5CB-15E239863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9406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B474AB-F155-422A-B4BC-541E044AF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E916702-FAA3-4AB2-8779-63EC60296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BD9BDD-5D8E-4812-B765-AACACA604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DE8-27F8-4E2E-B8DD-F48BBA206703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E62D4F-C777-4330-B256-512D3ED16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F42AA7-9529-4F09-9277-9EEBB9D05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520E1-BEEA-4A12-B5CB-15E239863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388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BCC8F6A-3D1C-4685-8723-25AAD548AD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FD6450-1C35-4288-8E73-3D842F1E0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9647BC-1ED2-4EA8-A1C3-846BB6E99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DE8-27F8-4E2E-B8DD-F48BBA206703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BCEE09-C8F1-4C24-B7A7-8B224BE20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7CD11C-32CC-4B1F-9426-F4D82DE19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520E1-BEEA-4A12-B5CB-15E239863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7465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44C7CD5-DCAB-4664-88F1-44C88B4BB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A6EBE0-4655-4E63-8925-4E34C1EDB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79940B-07FE-4677-9DCA-E881519921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C0DDE8-27F8-4E2E-B8DD-F48BBA206703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9BA38F-F666-44A4-B936-758299BB3C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633A9C-6DA9-4574-8A03-79D6CC5740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520E1-BEEA-4A12-B5CB-15E239863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7468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4F1752-4CA5-438D-B0FC-9A2E9EE857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ㅇㅇㅇ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D9FEB2F-766A-4608-96FD-C29A41321A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2799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와이드스크린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ㅇㅇㅇ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ㅇㅇㅇ</dc:title>
  <dc:creator>KOREAIT</dc:creator>
  <cp:lastModifiedBy>KOREAIT</cp:lastModifiedBy>
  <cp:revision>2</cp:revision>
  <dcterms:created xsi:type="dcterms:W3CDTF">2026-08-26T03:28:02Z</dcterms:created>
  <dcterms:modified xsi:type="dcterms:W3CDTF">2026-08-26T03:28:29Z</dcterms:modified>
</cp:coreProperties>
</file>